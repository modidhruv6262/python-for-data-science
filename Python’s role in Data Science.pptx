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B9609-4E7A-85E3-86FE-DA9B78AE26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4800" dirty="0"/>
              <a:t>Python’s role in Data Science</a:t>
            </a:r>
            <a:br>
              <a:rPr lang="en-IN" sz="4800" dirty="0"/>
            </a:br>
            <a:r>
              <a:rPr lang="en-IN" sz="4800" dirty="0"/>
              <a:t>and OOPs concepts </a:t>
            </a:r>
          </a:p>
        </p:txBody>
      </p:sp>
    </p:spTree>
    <p:extLst>
      <p:ext uri="{BB962C8B-B14F-4D97-AF65-F5344CB8AC3E}">
        <p14:creationId xmlns:p14="http://schemas.microsoft.com/office/powerpoint/2010/main" val="984541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50F68-C7C1-ECE4-1112-4571D654B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Python’s Dominance in Data Science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D491536-2BDB-160F-1991-7134C75DB9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4" y="2487817"/>
            <a:ext cx="10000726" cy="3647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Python?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Simple syntax, massive community, and "Glue Language" capabilities.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Core Stack: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lvl="1" indent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Foundation for numerical arrays (Vectors/Matrices).</a:t>
            </a:r>
          </a:p>
          <a:p>
            <a:pPr marL="400050" lvl="1" indent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"Excel of Python"—Table-like Data Frames for cleaning and analysis.</a:t>
            </a:r>
          </a:p>
          <a:p>
            <a:pPr marL="400050" lvl="1" indent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Matplotlib/Seaborn: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High-quality plotting and statistical visualization.</a:t>
            </a:r>
          </a:p>
          <a:p>
            <a:pPr marL="400050" lvl="1" indent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Benefit: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Reduces the time from "Raw Data" to "Actionable Insight."</a:t>
            </a:r>
          </a:p>
        </p:txBody>
      </p:sp>
    </p:spTree>
    <p:extLst>
      <p:ext uri="{BB962C8B-B14F-4D97-AF65-F5344CB8AC3E}">
        <p14:creationId xmlns:p14="http://schemas.microsoft.com/office/powerpoint/2010/main" val="4219799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E78B4-2352-0198-3D89-6C2C63165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Python Rules Data Science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20DF37-7054-68F7-0FCF-458B60506C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6657" y="2745011"/>
            <a:ext cx="1084478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"Glue" Language: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excels at connecting disparate data sources, APIs, and C++ based libraries into one seamless script.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Rapid Prototyping: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Its simple syntax allows researchers to test mathematical hypotheses and models 5x faster than in Java or C++.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Extensive Standard Library: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"Batteries included" means you don't have to build basic functions from scratch.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Open-Source Ecosystem: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massive community means if you have a data problem, there is already a library or a Stack Overflow thread to solve it.</a:t>
            </a:r>
          </a:p>
        </p:txBody>
      </p:sp>
    </p:spTree>
    <p:extLst>
      <p:ext uri="{BB962C8B-B14F-4D97-AF65-F5344CB8AC3E}">
        <p14:creationId xmlns:p14="http://schemas.microsoft.com/office/powerpoint/2010/main" val="2396554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5A87F-A76F-31E6-F1A9-A82F99DD6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Fundamentals of OOPs in Python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0093CCD-D2F1-6DC8-3BD7-8ED804F4AB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4" y="2464993"/>
            <a:ext cx="9900142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programming paradigm based on "Objects" containing data (attributes) and code (methods).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 vs. Object: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blueprint (e.g., a "User" profile template).</a:t>
            </a:r>
          </a:p>
          <a:p>
            <a:pPr marL="8001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actual instance (e.g., a specific user like "Dhruv").</a:t>
            </a:r>
          </a:p>
          <a:p>
            <a:pPr marL="8001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__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__ method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constructor used to initialize an object's state.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Self Keyword: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Represents the specific instance of the class being accessed.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b="1" dirty="0"/>
              <a:t>Why it Matters:</a:t>
            </a:r>
            <a:r>
              <a:rPr lang="en-US" dirty="0"/>
              <a:t> It allows for "State Management"—meaning an object can "remember" its data throughout the program's execution.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72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D850-93BC-67DA-9671-9A3CFF396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Four Pillars of OOP</a:t>
            </a:r>
            <a:endParaRPr lang="en-IN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23DD284-2CC2-A3BB-6D66-9DD6FD277D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7442" y="2449102"/>
            <a:ext cx="11143726" cy="4293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Encapsulation (Data Security)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Bundles variables and methods into a single unit (the Class).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Benefit: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Keeps data safe from accidental modification by outside code.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Inheritance (Code Reusability)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a "Child" class to derive attributes and methods from a "Parent" class.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Benefit: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Saves time by letting you reuse existing code instead of rewriting it.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Polymorphism (Flexibility)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different classes to be treated as instances of the same general class through the same interface.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Benefit: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One command (like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.process()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can behave differently depending on the object.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Abstraction (Simplification)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Hides complex internal details and only shows the essential features to the user.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Benefit: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Reduces complexity by letting you use a tool without needing to know how its "engine" works.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075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63EB2-455F-E396-0630-D03A3E019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Advantages of Using OOP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F99984-FE50-D91F-0F79-B6FAD39F38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0152" y="2481941"/>
            <a:ext cx="1125169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 Reusability: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Through Inheritance, you can build new features on top of existing code without rewriting it from scratch.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Development: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Projects can be split into independent "Objects," allowing multiple developers to work on different parts of the system simultaneously.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Easier Debugging: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Since data and logic are bundled together in a Class, it is much easier to pinpoint exactly where a bug is hidden.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Maintainability: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programs grow larger and more complex, the OOP structure keeps the code organized and easy to update over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Encapsulation ensures that sensitive data inside an object cannot be changed accidentally by other parts of the program.</a:t>
            </a:r>
          </a:p>
        </p:txBody>
      </p:sp>
    </p:spTree>
    <p:extLst>
      <p:ext uri="{BB962C8B-B14F-4D97-AF65-F5344CB8AC3E}">
        <p14:creationId xmlns:p14="http://schemas.microsoft.com/office/powerpoint/2010/main" val="1874767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EA0E8-C0F7-CC4C-7039-1230F6518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 &amp; Future Outlook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EB21604-F435-0679-C105-204668C71D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7012" y="2232373"/>
            <a:ext cx="1123797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Perfect Synergy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a massive ecosystem of pre-built modules that solve complex problems instantly.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OOP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acts as the structural "chassis," ensuring that as your project grows, it remains manageable rather than becoming a "spaghetti" mess of code.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Professional Bridge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Mastering OOP is the transition from writing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"Scripts"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(disposable, one-time use code) to building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"Software"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(durable, scalable, and professional applications).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allows for better collaboration in teams, where different developers can work on separate objects without breaking the main system.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Industry Versatility &amp; Scalability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Python’s ability to handle everything—from a 5-line automation script to a multi-million line enterprise architecture—is why it remains the world's most popular language.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Bottom Line: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gives you the power; OOP gives you the control.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454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46043-3D38-6E55-6B72-D3A8B814F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Thank you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28665-4E30-0523-B4B5-BCD91A1DF1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Dhruv Modi</a:t>
            </a:r>
          </a:p>
        </p:txBody>
      </p:sp>
    </p:spTree>
    <p:extLst>
      <p:ext uri="{BB962C8B-B14F-4D97-AF65-F5344CB8AC3E}">
        <p14:creationId xmlns:p14="http://schemas.microsoft.com/office/powerpoint/2010/main" val="27042144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{19ACE270-A242-4240-925A-DA876DA5CB08}TF229edf6a-8a49-49ee-a0a6-5037052947485fb3ca0c-bc27bf41d645</Template>
  <TotalTime>22</TotalTime>
  <Words>739</Words>
  <Application>Microsoft Office PowerPoint</Application>
  <PresentationFormat>Widescreen</PresentationFormat>
  <Paragraphs>69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Unicode MS</vt:lpstr>
      <vt:lpstr>Century Gothic</vt:lpstr>
      <vt:lpstr>Wingdings 3</vt:lpstr>
      <vt:lpstr>Ion Boardroom</vt:lpstr>
      <vt:lpstr>Python’s role in Data Science and OOPs concepts </vt:lpstr>
      <vt:lpstr>Python’s Dominance in Data Science</vt:lpstr>
      <vt:lpstr>Why Python Rules Data Science</vt:lpstr>
      <vt:lpstr>Fundamentals of OOPs in Python</vt:lpstr>
      <vt:lpstr>The Four Pillars of OOP</vt:lpstr>
      <vt:lpstr>The Advantages of Using OOP</vt:lpstr>
      <vt:lpstr>Summary &amp; Future Outlook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Dhruv Modi</dc:creator>
  <cp:lastModifiedBy>Dhruv Modi</cp:lastModifiedBy>
  <cp:revision>1</cp:revision>
  <dcterms:created xsi:type="dcterms:W3CDTF">2026-04-24T16:01:25Z</dcterms:created>
  <dcterms:modified xsi:type="dcterms:W3CDTF">2026-04-24T16:23:59Z</dcterms:modified>
</cp:coreProperties>
</file>